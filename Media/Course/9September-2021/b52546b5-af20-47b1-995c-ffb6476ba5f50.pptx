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latin typeface="Arial"/>
              </a:rPr>
              <a:t>C</a:t>
            </a:r>
            <a:r>
              <a:rPr b="0" lang="fr-FR" sz="4400" spc="-1" strike="noStrike">
                <a:latin typeface="Arial"/>
              </a:rPr>
              <a:t>l</a:t>
            </a:r>
            <a:r>
              <a:rPr b="0" lang="fr-FR" sz="4400" spc="-1" strike="noStrike">
                <a:latin typeface="Arial"/>
              </a:rPr>
              <a:t>i</a:t>
            </a:r>
            <a:r>
              <a:rPr b="0" lang="fr-FR" sz="4400" spc="-1" strike="noStrike">
                <a:latin typeface="Arial"/>
              </a:rPr>
              <a:t>q</a:t>
            </a:r>
            <a:r>
              <a:rPr b="0" lang="fr-FR" sz="4400" spc="-1" strike="noStrike">
                <a:latin typeface="Arial"/>
              </a:rPr>
              <a:t>u</a:t>
            </a:r>
            <a:r>
              <a:rPr b="0" lang="fr-FR" sz="4400" spc="-1" strike="noStrike">
                <a:latin typeface="Arial"/>
              </a:rPr>
              <a:t>e</a:t>
            </a:r>
            <a:r>
              <a:rPr b="0" lang="fr-FR" sz="4400" spc="-1" strike="noStrike">
                <a:latin typeface="Arial"/>
              </a:rPr>
              <a:t>z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p</a:t>
            </a:r>
            <a:r>
              <a:rPr b="0" lang="fr-FR" sz="4400" spc="-1" strike="noStrike">
                <a:latin typeface="Arial"/>
              </a:rPr>
              <a:t>o</a:t>
            </a:r>
            <a:r>
              <a:rPr b="0" lang="fr-FR" sz="4400" spc="-1" strike="noStrike">
                <a:latin typeface="Arial"/>
              </a:rPr>
              <a:t>u</a:t>
            </a:r>
            <a:r>
              <a:rPr b="0" lang="fr-FR" sz="4400" spc="-1" strike="noStrike">
                <a:latin typeface="Arial"/>
              </a:rPr>
              <a:t>r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é</a:t>
            </a:r>
            <a:r>
              <a:rPr b="0" lang="fr-FR" sz="4400" spc="-1" strike="noStrike">
                <a:latin typeface="Arial"/>
              </a:rPr>
              <a:t>d</a:t>
            </a:r>
            <a:r>
              <a:rPr b="0" lang="fr-FR" sz="4400" spc="-1" strike="noStrike">
                <a:latin typeface="Arial"/>
              </a:rPr>
              <a:t>i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e</a:t>
            </a:r>
            <a:r>
              <a:rPr b="0" lang="fr-FR" sz="4400" spc="-1" strike="noStrike">
                <a:latin typeface="Arial"/>
              </a:rPr>
              <a:t>r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l</a:t>
            </a:r>
            <a:r>
              <a:rPr b="0" lang="fr-FR" sz="4400" spc="-1" strike="noStrike">
                <a:latin typeface="Arial"/>
              </a:rPr>
              <a:t>e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f</a:t>
            </a:r>
            <a:r>
              <a:rPr b="0" lang="fr-FR" sz="4400" spc="-1" strike="noStrike">
                <a:latin typeface="Arial"/>
              </a:rPr>
              <a:t>o</a:t>
            </a:r>
            <a:r>
              <a:rPr b="0" lang="fr-FR" sz="4400" spc="-1" strike="noStrike">
                <a:latin typeface="Arial"/>
              </a:rPr>
              <a:t>r</a:t>
            </a:r>
            <a:r>
              <a:rPr b="0" lang="fr-FR" sz="4400" spc="-1" strike="noStrike">
                <a:latin typeface="Arial"/>
              </a:rPr>
              <a:t>m</a:t>
            </a:r>
            <a:r>
              <a:rPr b="0" lang="fr-FR" sz="4400" spc="-1" strike="noStrike">
                <a:latin typeface="Arial"/>
              </a:rPr>
              <a:t>a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d</a:t>
            </a:r>
            <a:r>
              <a:rPr b="0" lang="fr-FR" sz="4400" spc="-1" strike="noStrike">
                <a:latin typeface="Arial"/>
              </a:rPr>
              <a:t>u</a:t>
            </a:r>
            <a:r>
              <a:rPr b="0" lang="fr-FR" sz="4400" spc="-1" strike="noStrike">
                <a:latin typeface="Arial"/>
              </a:rPr>
              <a:t> 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e</a:t>
            </a:r>
            <a:r>
              <a:rPr b="0" lang="fr-FR" sz="4400" spc="-1" strike="noStrike">
                <a:latin typeface="Arial"/>
              </a:rPr>
              <a:t>x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e</a:t>
            </a:r>
            <a:r>
              <a:rPr b="0" lang="fr-FR" sz="4400" spc="-1" strike="noStrike">
                <a:latin typeface="Arial"/>
              </a:rPr>
              <a:t>-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i</a:t>
            </a:r>
            <a:r>
              <a:rPr b="0" lang="fr-FR" sz="4400" spc="-1" strike="noStrike">
                <a:latin typeface="Arial"/>
              </a:rPr>
              <a:t>t</a:t>
            </a:r>
            <a:r>
              <a:rPr b="0" lang="fr-FR" sz="4400" spc="-1" strike="noStrike">
                <a:latin typeface="Arial"/>
              </a:rPr>
              <a:t>r</a:t>
            </a:r>
            <a:r>
              <a:rPr b="0" lang="fr-FR" sz="4400" spc="-1" strike="noStrike">
                <a:latin typeface="Arial"/>
              </a:rPr>
              <a:t>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latin typeface="Arial"/>
              </a:rPr>
              <a:t>Cliquez pour éditer le format du </a:t>
            </a:r>
            <a:r>
              <a:rPr b="0" lang="fr-FR" sz="1800" spc="-1" strike="noStrike">
                <a:latin typeface="Arial"/>
              </a:rPr>
              <a:t>texte-titre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Cliquez pour éditer le format du plan de texte</a:t>
            </a:r>
            <a:endParaRPr b="0" lang="fr-F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latin typeface="Arial"/>
              </a:rPr>
              <a:t>Second niveau de plan</a:t>
            </a:r>
            <a:endParaRPr b="0" lang="fr-F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Troisième niveau de plan</a:t>
            </a:r>
            <a:endParaRPr b="0" lang="fr-F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latin typeface="Arial"/>
              </a:rPr>
              <a:t>Quatrième niveau de plan</a:t>
            </a:r>
            <a:endParaRPr b="0" lang="fr-F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Cinquième niveau de plan</a:t>
            </a:r>
            <a:endParaRPr b="0" lang="fr-F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Sixième niveau de plan</a:t>
            </a:r>
            <a:endParaRPr b="0" lang="fr-F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Septième niveau de plan</a:t>
            </a:r>
            <a:endParaRPr b="0" lang="fr-FR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82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1558440" y="1152360"/>
            <a:ext cx="8744400" cy="3654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82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10825200" y="6252840"/>
            <a:ext cx="1176480" cy="491760"/>
          </a:xfrm>
          <a:prstGeom prst="rect">
            <a:avLst/>
          </a:prstGeom>
          <a:ln>
            <a:noFill/>
          </a:ln>
        </p:spPr>
      </p:pic>
      <p:sp>
        <p:nvSpPr>
          <p:cNvPr id="78" name="CustomShape 1"/>
          <p:cNvSpPr/>
          <p:nvPr/>
        </p:nvSpPr>
        <p:spPr>
          <a:xfrm>
            <a:off x="420120" y="346680"/>
            <a:ext cx="4606920" cy="90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0" lang="fr-FR" sz="5400" spc="-1" strike="noStrike">
                <a:solidFill>
                  <a:srgbClr val="ff8000"/>
                </a:solidFill>
                <a:latin typeface="Arial"/>
                <a:ea typeface="DejaVu Sans"/>
              </a:rPr>
              <a:t>What is Git ?</a:t>
            </a:r>
            <a:endParaRPr b="0" lang="fr-FR" sz="5400" spc="-1" strike="noStrike"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2268360" y="1600200"/>
            <a:ext cx="57286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Open Sans"/>
              </a:rPr>
              <a:t>Free and open source distributed version control system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80" name="CustomShape 3"/>
          <p:cNvSpPr/>
          <p:nvPr/>
        </p:nvSpPr>
        <p:spPr>
          <a:xfrm>
            <a:off x="2219400" y="2050560"/>
            <a:ext cx="722160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Open Sans"/>
              </a:rPr>
              <a:t>Designed to handle smail and large projects with speed and efficiency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81" name="CustomShape 4"/>
          <p:cNvSpPr/>
          <p:nvPr/>
        </p:nvSpPr>
        <p:spPr>
          <a:xfrm>
            <a:off x="2221920" y="2514240"/>
            <a:ext cx="68356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Open Sans"/>
              </a:rPr>
              <a:t>Git is mainly used by programmers to keep track of code changes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82" name="CustomShape 5"/>
          <p:cNvSpPr/>
          <p:nvPr/>
        </p:nvSpPr>
        <p:spPr>
          <a:xfrm>
            <a:off x="2270520" y="2928960"/>
            <a:ext cx="68356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Open Sans"/>
              </a:rPr>
              <a:t>It runs on the command line or terminal on local computer or mac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83" name="CustomShape 6"/>
          <p:cNvSpPr/>
          <p:nvPr/>
        </p:nvSpPr>
        <p:spPr>
          <a:xfrm>
            <a:off x="2273400" y="3353400"/>
            <a:ext cx="74278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Open Sans"/>
              </a:rPr>
              <a:t>It keeps files and tracks file changes in what is called a repository </a:t>
            </a:r>
            <a:r>
              <a:rPr b="0" lang="en-US" sz="1500" spc="-1" strike="noStrike">
                <a:solidFill>
                  <a:srgbClr val="ffffff"/>
                </a:solidFill>
                <a:latin typeface="Open Sans"/>
              </a:rPr>
              <a:t>(repo)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84" name="CustomShape 7"/>
          <p:cNvSpPr/>
          <p:nvPr/>
        </p:nvSpPr>
        <p:spPr>
          <a:xfrm>
            <a:off x="2278440" y="3777840"/>
            <a:ext cx="68356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Open Sans"/>
              </a:rPr>
              <a:t>You can use it alone or with a team working on the same project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85" name="CustomShape 8"/>
          <p:cNvSpPr/>
          <p:nvPr/>
        </p:nvSpPr>
        <p:spPr>
          <a:xfrm>
            <a:off x="2274120" y="4158000"/>
            <a:ext cx="68356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Open Sans"/>
              </a:rPr>
              <a:t>It keeps a permanent record of who made changes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86" name="CustomShape 9"/>
          <p:cNvSpPr/>
          <p:nvPr/>
        </p:nvSpPr>
        <p:spPr>
          <a:xfrm>
            <a:off x="2250360" y="4568400"/>
            <a:ext cx="68356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Open Sans"/>
              </a:rPr>
              <a:t>Takes sanpshot of state of your files at intervals you set</a:t>
            </a:r>
            <a:endParaRPr b="0" lang="fr-FR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82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10016280" y="5914800"/>
            <a:ext cx="1985400" cy="829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82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9288000" y="6157800"/>
            <a:ext cx="3166920" cy="46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SMART </a:t>
            </a:r>
            <a:r>
              <a:rPr b="0" lang="fr-FR" sz="2000" spc="-1" strike="noStrike">
                <a:solidFill>
                  <a:srgbClr val="ff0000"/>
                </a:solidFill>
                <a:latin typeface="Arial"/>
                <a:ea typeface="DejaVu Sans"/>
              </a:rPr>
              <a:t>ÉLECTRO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9072000" y="6394320"/>
            <a:ext cx="3382920" cy="30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La jeune entreprise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360360" y="540000"/>
            <a:ext cx="4606920" cy="161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0" lang="fr-FR" sz="5400" spc="-1" strike="noStrike">
                <a:solidFill>
                  <a:srgbClr val="ff8000"/>
                </a:solidFill>
                <a:latin typeface="Arial"/>
                <a:ea typeface="DejaVu Sans"/>
              </a:rPr>
              <a:t>HAND</a:t>
            </a:r>
            <a:r>
              <a:rPr b="0" lang="fr-FR" sz="5400" spc="-1" strike="noStrike">
                <a:solidFill>
                  <a:srgbClr val="000000"/>
                </a:solidFill>
                <a:latin typeface="Arial"/>
                <a:ea typeface="DejaVu Sans"/>
              </a:rPr>
              <a:t>CANE</a:t>
            </a:r>
            <a:endParaRPr b="0" lang="fr-FR" sz="5400" spc="-1" strike="noStrike">
              <a:latin typeface="Arial"/>
            </a:endParaRPr>
          </a:p>
        </p:txBody>
      </p:sp>
      <p:grpSp>
        <p:nvGrpSpPr>
          <p:cNvPr id="91" name="Group 4"/>
          <p:cNvGrpSpPr/>
          <p:nvPr/>
        </p:nvGrpSpPr>
        <p:grpSpPr>
          <a:xfrm>
            <a:off x="9388080" y="509760"/>
            <a:ext cx="2087280" cy="2585160"/>
            <a:chOff x="9388080" y="509760"/>
            <a:chExt cx="2087280" cy="2585160"/>
          </a:xfrm>
        </p:grpSpPr>
        <p:sp>
          <p:nvSpPr>
            <p:cNvPr id="92" name="CustomShape 5"/>
            <p:cNvSpPr/>
            <p:nvPr/>
          </p:nvSpPr>
          <p:spPr>
            <a:xfrm rot="21379200">
              <a:off x="9808560" y="897840"/>
              <a:ext cx="1296720" cy="2157480"/>
            </a:xfrm>
            <a:custGeom>
              <a:avLst/>
              <a:gdLst/>
              <a:ahLst/>
              <a:rect l="l" t="t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CustomShape 6"/>
            <p:cNvSpPr/>
            <p:nvPr/>
          </p:nvSpPr>
          <p:spPr>
            <a:xfrm rot="21379200">
              <a:off x="9934920" y="1538640"/>
              <a:ext cx="91440" cy="154800"/>
            </a:xfrm>
            <a:custGeom>
              <a:avLst/>
              <a:gdLst/>
              <a:ahLst/>
              <a:rect l="l" t="t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CustomShape 7"/>
            <p:cNvSpPr/>
            <p:nvPr/>
          </p:nvSpPr>
          <p:spPr>
            <a:xfrm rot="21379200">
              <a:off x="10005480" y="1736280"/>
              <a:ext cx="332640" cy="534600"/>
            </a:xfrm>
            <a:custGeom>
              <a:avLst/>
              <a:gdLst/>
              <a:ahLst/>
              <a:rect l="l" t="t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" name="CustomShape 8"/>
            <p:cNvSpPr/>
            <p:nvPr/>
          </p:nvSpPr>
          <p:spPr>
            <a:xfrm rot="21379200">
              <a:off x="10762560" y="1662840"/>
              <a:ext cx="148320" cy="183600"/>
            </a:xfrm>
            <a:custGeom>
              <a:avLst/>
              <a:gdLst/>
              <a:ahLst/>
              <a:rect l="l" t="t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CustomShape 9"/>
            <p:cNvSpPr/>
            <p:nvPr/>
          </p:nvSpPr>
          <p:spPr>
            <a:xfrm rot="21379200">
              <a:off x="10375920" y="1037880"/>
              <a:ext cx="538200" cy="586800"/>
            </a:xfrm>
            <a:custGeom>
              <a:avLst/>
              <a:gdLst/>
              <a:ahLst/>
              <a:rect l="l" t="t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CustomShape 10"/>
            <p:cNvSpPr/>
            <p:nvPr/>
          </p:nvSpPr>
          <p:spPr>
            <a:xfrm rot="21379200">
              <a:off x="10333080" y="511920"/>
              <a:ext cx="81360" cy="316080"/>
            </a:xfrm>
            <a:custGeom>
              <a:avLst/>
              <a:gdLst/>
              <a:ahLst/>
              <a:rect l="l" t="t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CustomShape 11"/>
            <p:cNvSpPr/>
            <p:nvPr/>
          </p:nvSpPr>
          <p:spPr>
            <a:xfrm rot="21379200">
              <a:off x="9835560" y="670320"/>
              <a:ext cx="209520" cy="291600"/>
            </a:xfrm>
            <a:custGeom>
              <a:avLst/>
              <a:gdLst/>
              <a:ahLst/>
              <a:rect l="l" t="t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" name="CustomShape 12"/>
            <p:cNvSpPr/>
            <p:nvPr/>
          </p:nvSpPr>
          <p:spPr>
            <a:xfrm rot="21379200">
              <a:off x="11077920" y="1851840"/>
              <a:ext cx="295200" cy="205920"/>
            </a:xfrm>
            <a:custGeom>
              <a:avLst/>
              <a:gdLst/>
              <a:ahLst/>
              <a:rect l="l" t="t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" name="CustomShape 13"/>
            <p:cNvSpPr/>
            <p:nvPr/>
          </p:nvSpPr>
          <p:spPr>
            <a:xfrm rot="21379200">
              <a:off x="9490680" y="1061280"/>
              <a:ext cx="294840" cy="204120"/>
            </a:xfrm>
            <a:custGeom>
              <a:avLst/>
              <a:gdLst/>
              <a:ahLst/>
              <a:rect l="l" t="t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" name="CustomShape 14"/>
            <p:cNvSpPr/>
            <p:nvPr/>
          </p:nvSpPr>
          <p:spPr>
            <a:xfrm rot="21379200">
              <a:off x="11157480" y="1462320"/>
              <a:ext cx="315360" cy="82800"/>
            </a:xfrm>
            <a:custGeom>
              <a:avLst/>
              <a:gdLst/>
              <a:ahLst/>
              <a:rect l="l" t="t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" name="CustomShape 15"/>
            <p:cNvSpPr/>
            <p:nvPr/>
          </p:nvSpPr>
          <p:spPr>
            <a:xfrm rot="21379200">
              <a:off x="9390240" y="1575720"/>
              <a:ext cx="313560" cy="82800"/>
            </a:xfrm>
            <a:custGeom>
              <a:avLst/>
              <a:gdLst/>
              <a:ahLst/>
              <a:rect l="l" t="t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CustomShape 16"/>
            <p:cNvSpPr/>
            <p:nvPr/>
          </p:nvSpPr>
          <p:spPr>
            <a:xfrm rot="21379200">
              <a:off x="11021400" y="962280"/>
              <a:ext cx="295200" cy="204120"/>
            </a:xfrm>
            <a:custGeom>
              <a:avLst/>
              <a:gdLst/>
              <a:ahLst/>
              <a:rect l="l" t="t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CustomShape 17"/>
            <p:cNvSpPr/>
            <p:nvPr/>
          </p:nvSpPr>
          <p:spPr>
            <a:xfrm rot="21379200">
              <a:off x="9547560" y="1950840"/>
              <a:ext cx="295200" cy="205920"/>
            </a:xfrm>
            <a:custGeom>
              <a:avLst/>
              <a:gdLst/>
              <a:ahLst/>
              <a:rect l="l" t="t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CustomShape 18"/>
            <p:cNvSpPr/>
            <p:nvPr/>
          </p:nvSpPr>
          <p:spPr>
            <a:xfrm rot="21379200">
              <a:off x="10719360" y="613080"/>
              <a:ext cx="209520" cy="291600"/>
            </a:xfrm>
            <a:custGeom>
              <a:avLst/>
              <a:gdLst/>
              <a:ahLst/>
              <a:rect l="l" t="t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6" name="CustomShape 19"/>
          <p:cNvSpPr/>
          <p:nvPr/>
        </p:nvSpPr>
        <p:spPr>
          <a:xfrm>
            <a:off x="720000" y="2088000"/>
            <a:ext cx="8638920" cy="2807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fr-FR" sz="2400" spc="-1" strike="noStrike">
                <a:solidFill>
                  <a:srgbClr val="81d41a"/>
                </a:solidFill>
                <a:latin typeface="Arial"/>
                <a:ea typeface="DejaVu Sans"/>
              </a:rPr>
              <a:t>Présentation de projet :</a:t>
            </a:r>
            <a:endParaRPr b="0" lang="fr-F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1" lang="fr-FR" sz="18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1" lang="fr-FR" sz="1800" spc="-1" strike="noStrike">
                <a:solidFill>
                  <a:srgbClr val="ffffff"/>
                </a:solidFill>
                <a:latin typeface="Arial"/>
                <a:ea typeface="DejaVu Sans"/>
              </a:rPr>
              <a:t>Notre entreprise «  smart électro » est spécialisée en fabrication et commercialisation des cannes électroniques détectrice d’obstacle pour les handicapés visuels.</a:t>
            </a:r>
            <a:endParaRPr b="0" lang="fr-F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1" lang="fr-FR" sz="1800" spc="-1" strike="noStrike">
                <a:solidFill>
                  <a:srgbClr val="ffffff"/>
                </a:solidFill>
                <a:latin typeface="Arial"/>
                <a:ea typeface="DejaVu Sans"/>
              </a:rPr>
              <a:t>L’aide aux aveugles a été notre principale motivation et la solution que nous avions trouvée a été la conception d’une canne électronique qui va pouvoir les avertir de la présence de certains obstacles à une distance plus grande et de certains risques situés à une hauteur plus grande que celle du sol ainsi que de se situer et faciliter leur déplacement en toute sécurité ainsi que leur utilisation des moyens de transports public.</a:t>
            </a:r>
            <a:endParaRPr b="0" lang="fr-F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82f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9288000" y="6157800"/>
            <a:ext cx="3166920" cy="46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  <a:ea typeface="DejaVu Sans"/>
              </a:rPr>
              <a:t>SMART </a:t>
            </a:r>
            <a:r>
              <a:rPr b="0" lang="fr-FR" sz="2000" spc="-1" strike="noStrike">
                <a:solidFill>
                  <a:srgbClr val="ff0000"/>
                </a:solidFill>
                <a:latin typeface="Arial"/>
                <a:ea typeface="DejaVu Sans"/>
              </a:rPr>
              <a:t>ÉLECTRO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08" name="CustomShape 2"/>
          <p:cNvSpPr/>
          <p:nvPr/>
        </p:nvSpPr>
        <p:spPr>
          <a:xfrm>
            <a:off x="9072000" y="6394320"/>
            <a:ext cx="3382920" cy="30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La jeune entreprise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09" name="CustomShape 3"/>
          <p:cNvSpPr/>
          <p:nvPr/>
        </p:nvSpPr>
        <p:spPr>
          <a:xfrm>
            <a:off x="360360" y="540000"/>
            <a:ext cx="4606920" cy="161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0" lang="fr-FR" sz="5400" spc="-1" strike="noStrike">
                <a:solidFill>
                  <a:srgbClr val="ff8000"/>
                </a:solidFill>
                <a:latin typeface="Arial"/>
                <a:ea typeface="DejaVu Sans"/>
              </a:rPr>
              <a:t>HAND</a:t>
            </a:r>
            <a:r>
              <a:rPr b="0" lang="fr-FR" sz="5400" spc="-1" strike="noStrike">
                <a:solidFill>
                  <a:srgbClr val="000000"/>
                </a:solidFill>
                <a:latin typeface="Arial"/>
                <a:ea typeface="DejaVu Sans"/>
              </a:rPr>
              <a:t>CANE</a:t>
            </a:r>
            <a:endParaRPr b="0" lang="fr-FR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c2c923"/>
      </a:accent1>
      <a:accent2>
        <a:srgbClr val="42afb6"/>
      </a:accent2>
      <a:accent3>
        <a:srgbClr val="074d67"/>
      </a:accent3>
      <a:accent4>
        <a:srgbClr val="cb1b4a"/>
      </a:accent4>
      <a:accent5>
        <a:srgbClr val="fcb414"/>
      </a:accent5>
      <a:accent6>
        <a:srgbClr val="007a7d"/>
      </a:accent6>
      <a:hlink>
        <a:srgbClr val="1eb7ef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c2c923"/>
      </a:accent1>
      <a:accent2>
        <a:srgbClr val="42afb6"/>
      </a:accent2>
      <a:accent3>
        <a:srgbClr val="074d67"/>
      </a:accent3>
      <a:accent4>
        <a:srgbClr val="cb1b4a"/>
      </a:accent4>
      <a:accent5>
        <a:srgbClr val="fcb414"/>
      </a:accent5>
      <a:accent6>
        <a:srgbClr val="007a7d"/>
      </a:accent6>
      <a:hlink>
        <a:srgbClr val="1eb7ef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14125</TotalTime>
  <Application>LibreOffice/6.4.7.2$Linux_X86_64 LibreOffice_project/40$Build-2</Application>
  <Words>16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2017-12-05T16:25:52Z</dcterms:created>
  <dc:creator>Igor</dc:creator>
  <dc:description/>
  <dc:language>fr-FR</dc:language>
  <cp:lastModifiedBy/>
  <dcterms:modified xsi:type="dcterms:W3CDTF">2021-06-07T13:28:04Z</dcterms:modified>
  <cp:revision>1017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</vt:i4>
  </property>
</Properties>
</file>